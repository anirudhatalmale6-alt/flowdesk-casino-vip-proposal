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92001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FLOWDESK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50" y="1316087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Casino VIP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7950" y="1903363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Platform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7950" y="2617738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high-value players through a private, unrestricted messaging channel with zero platform risk.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4013299"/>
            <a:ext cx="1936700" cy="812750"/>
          </a:xfrm>
          <a:prstGeom prst="roundRect">
            <a:avLst>
              <a:gd name="adj" fmla="val 9376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1830" y="4175224"/>
            <a:ext cx="174894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1830" y="4549825"/>
            <a:ext cx="1748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Message Cost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71601" y="4013299"/>
            <a:ext cx="1936849" cy="812750"/>
          </a:xfrm>
          <a:prstGeom prst="roundRect">
            <a:avLst>
              <a:gd name="adj" fmla="val 9376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65479" y="4175224"/>
            <a:ext cx="174909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65479" y="4549825"/>
            <a:ext cx="17490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Restrictions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35401" y="4013299"/>
            <a:ext cx="1936849" cy="812750"/>
          </a:xfrm>
          <a:prstGeom prst="roundRect">
            <a:avLst>
              <a:gd name="adj" fmla="val 9376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29279" y="4175224"/>
            <a:ext cx="174909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29279" y="4549825"/>
            <a:ext cx="17490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Delivery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99200" y="4013299"/>
            <a:ext cx="1936849" cy="812750"/>
          </a:xfrm>
          <a:prstGeom prst="roundRect">
            <a:avLst>
              <a:gd name="adj" fmla="val 9376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93078" y="4175224"/>
            <a:ext cx="174909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93078" y="4549825"/>
            <a:ext cx="17490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Supported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92001"/>
            <a:ext cx="10371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FLOWDESK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505402" y="330101"/>
            <a:ext cx="11532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Risk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945952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WhatsApp?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1399877"/>
            <a:ext cx="2539901" cy="1265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mnt/freelancer-projects/40350289/casino-pptx/slides/red-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755279"/>
            <a:ext cx="279350" cy="2793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9701" y="1729978"/>
            <a:ext cx="40384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Gambling/casino content violates Meta's Commerce Policy</a:t>
            </a:r>
            <a:endParaRPr lang="en-US" sz="1200" dirty="0"/>
          </a:p>
        </p:txBody>
      </p:sp>
      <p:pic>
        <p:nvPicPr>
          <p:cNvPr id="9" name="Image 1" descr="/mnt/freelancer-projects/40350289/casino-pptx/slides/red-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2237631"/>
            <a:ext cx="279350" cy="2793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9701" y="2212330"/>
            <a:ext cx="31362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will be rejected during Meta review</a:t>
            </a:r>
            <a:endParaRPr lang="en-US" sz="1200" dirty="0"/>
          </a:p>
        </p:txBody>
      </p:sp>
      <p:pic>
        <p:nvPicPr>
          <p:cNvPr id="11" name="Image 2" descr="/mnt/freelancer-projects/40350289/casino-pptx/slides/red-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2719983"/>
            <a:ext cx="279350" cy="2793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9701" y="2694682"/>
            <a:ext cx="31888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account can be permanently banned</a:t>
            </a:r>
            <a:endParaRPr lang="en-US" sz="1200" dirty="0"/>
          </a:p>
        </p:txBody>
      </p:sp>
      <p:pic>
        <p:nvPicPr>
          <p:cNvPr id="13" name="Image 3" descr="/mnt/freelancer-projects/40350289/casino-pptx/slides/red-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50" y="3202335"/>
            <a:ext cx="279350" cy="2793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9701" y="3177034"/>
            <a:ext cx="31970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24-hour messaging window limits engagement</a:t>
            </a:r>
            <a:endParaRPr lang="en-US" sz="1200" dirty="0"/>
          </a:p>
        </p:txBody>
      </p:sp>
      <p:pic>
        <p:nvPicPr>
          <p:cNvPr id="15" name="Image 4" descr="/mnt/freelancer-projects/40350289/casino-pptx/slides/red-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50" y="3684687"/>
            <a:ext cx="279350" cy="2793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39701" y="3659386"/>
            <a:ext cx="32633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Per-conversation fees add up with VIP volumes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92001"/>
            <a:ext cx="10371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FLOWDESK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67290" y="330101"/>
            <a:ext cx="12941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Telegram Advantage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945952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Telegram Works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1399877"/>
            <a:ext cx="2539901" cy="1265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mnt/freelancer-projects/40350289/casino-pptx/slides/green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755279"/>
            <a:ext cx="279350" cy="2793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9701" y="1729978"/>
            <a:ext cx="42251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content restrictions - gambling, promotions, anything goes</a:t>
            </a:r>
            <a:endParaRPr lang="en-US" sz="1200" dirty="0"/>
          </a:p>
        </p:txBody>
      </p:sp>
      <p:pic>
        <p:nvPicPr>
          <p:cNvPr id="9" name="Image 1" descr="/mnt/freelancer-projects/40350289/casino-pptx/slides/green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2237631"/>
            <a:ext cx="279350" cy="2793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9701" y="2212330"/>
            <a:ext cx="34471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free Bot API - zero per-message costs</a:t>
            </a:r>
            <a:endParaRPr lang="en-US" sz="1200" dirty="0"/>
          </a:p>
        </p:txBody>
      </p:sp>
      <p:pic>
        <p:nvPicPr>
          <p:cNvPr id="11" name="Image 2" descr="/mnt/freelancer-projects/40350289/casino-pptx/slides/green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2719983"/>
            <a:ext cx="279350" cy="2793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9701" y="2694682"/>
            <a:ext cx="32917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messaging windows - reach players anytime</a:t>
            </a:r>
            <a:endParaRPr lang="en-US" sz="1200" dirty="0"/>
          </a:p>
        </p:txBody>
      </p:sp>
      <p:pic>
        <p:nvPicPr>
          <p:cNvPr id="13" name="Image 3" descr="/mnt/freelancer-projects/40350289/casino-pptx/slides/green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50" y="3202335"/>
            <a:ext cx="279350" cy="2793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9701" y="3177034"/>
            <a:ext cx="43634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media support - images, videos, documents, inline buttons</a:t>
            </a:r>
            <a:endParaRPr lang="en-US" sz="1200" dirty="0"/>
          </a:p>
        </p:txBody>
      </p:sp>
      <p:pic>
        <p:nvPicPr>
          <p:cNvPr id="15" name="Image 4" descr="/mnt/freelancer-projects/40350289/casino-pptx/slides/green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50" y="3684687"/>
            <a:ext cx="279350" cy="2793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39701" y="3659386"/>
            <a:ext cx="26095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delivery with push notifications</a:t>
            </a:r>
            <a:endParaRPr lang="en-US" sz="1200" dirty="0"/>
          </a:p>
        </p:txBody>
      </p:sp>
      <p:pic>
        <p:nvPicPr>
          <p:cNvPr id="17" name="Image 5" descr="/mnt/freelancer-projects/40350289/casino-pptx/slides/green-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50" y="4167039"/>
            <a:ext cx="279350" cy="2793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39701" y="4141738"/>
            <a:ext cx="35312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support for international VIP players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92001"/>
            <a:ext cx="10371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FLOWDESK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27603" y="330101"/>
            <a:ext cx="926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Features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755452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Features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1142702"/>
            <a:ext cx="8128099" cy="1265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mnt/freelancer-projects/40350289/casino-pptx/slides/badg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409254"/>
            <a:ext cx="330101" cy="3301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5002" y="1469529"/>
            <a:ext cx="19608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Player Onboarding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5150" y="1840855"/>
            <a:ext cx="7670899" cy="723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codes at tables, lounges, and reception for instant opt-in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collects player name and membership/loyalty number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Auto-tagging by VIP tier (Silver, Gold, Platinum, Black)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message with exclusive perks and upcoming events</a:t>
            </a:r>
            <a:endParaRPr lang="en-US" sz="1000" dirty="0"/>
          </a:p>
        </p:txBody>
      </p:sp>
      <p:pic>
        <p:nvPicPr>
          <p:cNvPr id="10" name="Image 1" descr="/mnt/freelancer-projects/40350289/casino-pptx/slides/badg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2793206"/>
            <a:ext cx="330101" cy="3301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5002" y="2853482"/>
            <a:ext cx="17794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Campaigns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65150" y="3224808"/>
            <a:ext cx="7670899" cy="917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to all VIPs or filter by tier, spend level, or activity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invitations, exclusive event announcements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offers (deposit bonuses, cashback, free spins)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Win-back campaigns for inactive high-value players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sends for optimal engagement times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92001"/>
            <a:ext cx="10371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FLOWDESK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23956" y="330101"/>
            <a:ext cx="15423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Features (continued)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704552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Features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1091803"/>
            <a:ext cx="8128099" cy="1265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mnt/freelancer-projects/40350289/casino-pptx/slides/badg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294954"/>
            <a:ext cx="330101" cy="3301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5002" y="1359991"/>
            <a:ext cx="2073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Concierge / Host Chat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5150" y="1701254"/>
            <a:ext cx="7670899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message their personal host directly through the bot</a:t>
            </a:r>
            <a:endParaRPr lang="en-US" sz="9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sees messages in FlowDesk inbox, replies personally</a:t>
            </a:r>
            <a:endParaRPr lang="en-US" sz="9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handles FAQs (hours, dress code, directions) automatically</a:t>
            </a:r>
            <a:endParaRPr lang="en-US" sz="9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requests seamlessly routed to human staff</a:t>
            </a:r>
            <a:endParaRPr lang="en-US" sz="950" dirty="0"/>
          </a:p>
        </p:txBody>
      </p:sp>
      <p:pic>
        <p:nvPicPr>
          <p:cNvPr id="10" name="Image 1" descr="/mnt/freelancer-projects/40350289/casino-pptx/slides/badge-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2501354"/>
            <a:ext cx="330101" cy="3301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5002" y="2566392"/>
            <a:ext cx="22454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&amp; Rewards Tracking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65150" y="2907655"/>
            <a:ext cx="7670899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Points/stamps system adapted for casino play</a:t>
            </a:r>
            <a:endParaRPr lang="en-US" sz="9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tier upgrade notifications</a:t>
            </a:r>
            <a:endParaRPr lang="en-US" sz="9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Birthday and anniversary reward messages</a:t>
            </a:r>
            <a:endParaRPr lang="en-US" sz="9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Redemption notifications and balance updates</a:t>
            </a:r>
            <a:endParaRPr lang="en-US" sz="950" dirty="0"/>
          </a:p>
        </p:txBody>
      </p:sp>
      <p:pic>
        <p:nvPicPr>
          <p:cNvPr id="13" name="Image 2" descr="/mnt/freelancer-projects/40350289/casino-pptx/slides/badge-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3707755"/>
            <a:ext cx="330101" cy="3301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5002" y="3772793"/>
            <a:ext cx="15465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Automations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65150" y="4114056"/>
            <a:ext cx="7670899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Auto-reply to common questions (hours, location, events)</a:t>
            </a:r>
            <a:endParaRPr lang="en-US" sz="9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triggers (e.g. 'poker' sends tournament schedule)</a:t>
            </a:r>
            <a:endParaRPr lang="en-US" sz="9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player welcome flows with onboarding sequence</a:t>
            </a:r>
            <a:endParaRPr lang="en-US" sz="9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Post-visit follow-up messages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92001"/>
            <a:ext cx="10371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FLOWDESK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022157" y="330101"/>
            <a:ext cx="1646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Communication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666452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Every Player's Language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1025128"/>
            <a:ext cx="8128099" cy="1265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190179"/>
            <a:ext cx="3987850" cy="958751"/>
          </a:xfrm>
          <a:prstGeom prst="roundRect">
            <a:avLst>
              <a:gd name="adj" fmla="val 7948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326654"/>
            <a:ext cx="3737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Language Detection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9875" y="1555254"/>
            <a:ext cx="3664000" cy="4191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player's language from Telegram settings</a:t>
            </a:r>
            <a:endParaRPr lang="en-US" sz="850" dirty="0"/>
          </a:p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automated messages adapt to their language</a:t>
            </a:r>
            <a:endParaRPr lang="en-US" sz="850" dirty="0"/>
          </a:p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- no manual configuration needed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48200" y="1190179"/>
            <a:ext cx="3987850" cy="958751"/>
          </a:xfrm>
          <a:prstGeom prst="roundRect">
            <a:avLst>
              <a:gd name="adj" fmla="val 7948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0125" y="1326654"/>
            <a:ext cx="3737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Translation Tools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10125" y="1555254"/>
            <a:ext cx="3664000" cy="4191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messages shown with translation</a:t>
            </a:r>
            <a:endParaRPr lang="en-US" sz="850" dirty="0"/>
          </a:p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replies auto-translated to player's language</a:t>
            </a:r>
            <a:endParaRPr lang="en-US" sz="850" dirty="0"/>
          </a:p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for all 50+ supported languages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7950" y="2301329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Casino Languages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2548979"/>
            <a:ext cx="2763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7950" y="2682329"/>
            <a:ext cx="27631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Default, all markets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16920" y="2548979"/>
            <a:ext cx="2763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Mandarin Chinese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16920" y="2682329"/>
            <a:ext cx="27631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Asian VIPs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25889" y="2548979"/>
            <a:ext cx="2763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25889" y="2682329"/>
            <a:ext cx="27631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Gulf region players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7950" y="2828330"/>
            <a:ext cx="2763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950" y="2961680"/>
            <a:ext cx="27631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European VIPs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216920" y="2828330"/>
            <a:ext cx="2763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Portuguese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16920" y="2961680"/>
            <a:ext cx="27631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Brazilian market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925889" y="2828330"/>
            <a:ext cx="2763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Spanish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25889" y="2961680"/>
            <a:ext cx="27631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Latin American players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07950" y="3107680"/>
            <a:ext cx="2763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Japanese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950" y="3241030"/>
            <a:ext cx="27631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Asian segment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216920" y="3107680"/>
            <a:ext cx="2763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16920" y="3241030"/>
            <a:ext cx="27631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gaming market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925889" y="3107680"/>
            <a:ext cx="2763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25889" y="3241030"/>
            <a:ext cx="27631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&amp; African markets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07950" y="3463230"/>
            <a:ext cx="8128099" cy="695176"/>
          </a:xfrm>
          <a:prstGeom prst="roundRect">
            <a:avLst>
              <a:gd name="adj" fmla="val 10961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5176" y="3599706"/>
            <a:ext cx="79087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5176" y="3793331"/>
            <a:ext cx="79087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Chinese VIP player messages your bot in Mandarin asking about tonight's poker tournament. The bot auto-replies in Mandarin with the schedule. Your host sees the translated message in English and replies - the player receives it in Mandarin.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92001"/>
            <a:ext cx="10371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FLOWDESK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69002" y="330101"/>
            <a:ext cx="6803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Plans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603052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Transparent Pricing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923627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per-message fees. No hidden costs. One monthly subscription.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183928"/>
            <a:ext cx="2618333" cy="2186434"/>
          </a:xfrm>
          <a:prstGeom prst="roundRect">
            <a:avLst>
              <a:gd name="adj" fmla="val 3485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0972" y="1320403"/>
            <a:ext cx="23922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0972" y="1485454"/>
            <a:ext cx="239229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0972" y="1837879"/>
            <a:ext cx="23922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4426" y="2053679"/>
            <a:ext cx="2345382" cy="75515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500 contacts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campaigns per month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automations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staff account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program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support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53234" y="1183928"/>
            <a:ext cx="2637532" cy="2186434"/>
          </a:xfrm>
          <a:prstGeom prst="roundRect">
            <a:avLst>
              <a:gd name="adj" fmla="val 3485"/>
            </a:avLst>
          </a:prstGeom>
          <a:solidFill>
            <a:srgbClr val="1A1D2E"/>
          </a:solidFill>
          <a:ln w="19050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75779" y="1329928"/>
            <a:ext cx="23924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375779" y="1450479"/>
            <a:ext cx="23924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75779" y="1615529"/>
            <a:ext cx="239244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$199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75779" y="1967954"/>
            <a:ext cx="23924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99234" y="2183755"/>
            <a:ext cx="2345531" cy="101530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5,000 contacts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campaigns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automations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staff accounts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tier management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support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017716" y="1183928"/>
            <a:ext cx="2618333" cy="2186434"/>
          </a:xfrm>
          <a:prstGeom prst="roundRect">
            <a:avLst>
              <a:gd name="adj" fmla="val 3485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30738" y="1320403"/>
            <a:ext cx="23922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30738" y="1485454"/>
            <a:ext cx="239229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$299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30738" y="1837879"/>
            <a:ext cx="23922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54192" y="2053679"/>
            <a:ext cx="2345382" cy="114538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contacts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campaigns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automations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staff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branding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(50+)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support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integrations</a:t>
            </a:r>
            <a:endParaRPr lang="en-US" sz="75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7950" y="3522762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Comparison: 1,000 VIP Players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950" y="3751362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WhatsApp: </a:t>
            </a:r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$600-960/mo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(messages + BSP + templates)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7950" y="3903762"/>
            <a:ext cx="8290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FlowDesk: </a:t>
            </a:r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$199/mo flat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7950" y="4094262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up to 80% compared to WhatsApp Business API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92001"/>
            <a:ext cx="10371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FLOWDESK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54553" y="330101"/>
            <a:ext cx="7971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755452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1142702"/>
            <a:ext cx="8128099" cy="1265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mnt/freelancer-projects/40350289/casino-pptx/slides/gold-badg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434703"/>
            <a:ext cx="381000" cy="38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6651" y="1434703"/>
            <a:ext cx="77207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Bot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6651" y="1672828"/>
            <a:ext cx="77207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a Telegram bot via BotFather (2 minutes). Choose your casino's name and branding.</a:t>
            </a:r>
            <a:endParaRPr lang="en-US" sz="1000" dirty="0"/>
          </a:p>
        </p:txBody>
      </p:sp>
      <p:pic>
        <p:nvPicPr>
          <p:cNvPr id="10" name="Image 1" descr="/mnt/freelancer-projects/40350289/casino-pptx/slides/gold-badg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2018854"/>
            <a:ext cx="381000" cy="381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66651" y="2018854"/>
            <a:ext cx="77207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FlowDesk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66651" y="2256979"/>
            <a:ext cx="77207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bot token into FlowDesk. We handle webhook setup, message routing, and storage.</a:t>
            </a:r>
            <a:endParaRPr lang="en-US" sz="1000" dirty="0"/>
          </a:p>
        </p:txBody>
      </p:sp>
      <p:pic>
        <p:nvPicPr>
          <p:cNvPr id="13" name="Image 2" descr="/mnt/freelancer-projects/40350289/casino-pptx/slides/gold-badge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2603004"/>
            <a:ext cx="381000" cy="381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66651" y="2603004"/>
            <a:ext cx="77207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VIP List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66651" y="2841129"/>
            <a:ext cx="77207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existing player contacts via CSV or let them self-register through the bot.</a:t>
            </a:r>
            <a:endParaRPr lang="en-US" sz="1000" dirty="0"/>
          </a:p>
        </p:txBody>
      </p:sp>
      <p:pic>
        <p:nvPicPr>
          <p:cNvPr id="16" name="Image 3" descr="/mnt/freelancer-projects/40350289/casino-pptx/slides/gold-badge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50" y="3187154"/>
            <a:ext cx="381000" cy="381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66651" y="3187154"/>
            <a:ext cx="77207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Tiers &amp; Language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066651" y="3425279"/>
            <a:ext cx="77207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VIP levels, language preferences, and campaign targeting rules.</a:t>
            </a:r>
            <a:endParaRPr lang="en-US" sz="1000" dirty="0"/>
          </a:p>
        </p:txBody>
      </p:sp>
      <p:pic>
        <p:nvPicPr>
          <p:cNvPr id="19" name="Image 4" descr="/mnt/freelancer-projects/40350289/casino-pptx/slides/gold-badge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50" y="3771305"/>
            <a:ext cx="381000" cy="3810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66651" y="3771305"/>
            <a:ext cx="77207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Campaigns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066651" y="4009430"/>
            <a:ext cx="77207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engaging players with targeted, multilingual messages and exclusive offers.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92001"/>
            <a:ext cx="10371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FLOWDESK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562404" y="330101"/>
            <a:ext cx="10951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Comparison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755452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vs Telegram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1142702"/>
            <a:ext cx="8128099" cy="1265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409254"/>
          <a:ext cx="8127950" cy="3301901"/>
        </p:xfrm>
        <a:graphic>
          <a:graphicData uri="http://schemas.openxmlformats.org/drawingml/2006/table">
            <a:tbl>
              <a:tblPr/>
              <a:tblGrid>
                <a:gridCol w="2844783"/>
                <a:gridCol w="2641584"/>
                <a:gridCol w="2641584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119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119"/>
                          </a:solidFill>
                        </a:rPr>
                        <a:t>WhatsApp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119"/>
                          </a:solidFill>
                        </a:rPr>
                        <a:t>Telegram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Message Cost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~$0.05-0.08/conv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Free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Casino Content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Banned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Allowed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Template Approval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Required (days)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Not needed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Messaging Window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24 hours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Unlimited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Rich Media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Limited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Full support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Bot API Cost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Paid (Meta BSP)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Free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Multi-Language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Template per language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Auto-detect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Inline Buttons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Limited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Full keyboard support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10371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FLOWDESK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50956" y="228600"/>
            <a:ext cx="11342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Dashboard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1000" y="501551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Analytics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777776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insights across all your Telegram campaigns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1000" y="993577"/>
            <a:ext cx="2019300" cy="729853"/>
          </a:xfrm>
          <a:prstGeom prst="roundRect">
            <a:avLst>
              <a:gd name="adj" fmla="val 8700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0012" y="1104602"/>
            <a:ext cx="17812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12,847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0012" y="1396603"/>
            <a:ext cx="17812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Sent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0012" y="1517154"/>
            <a:ext cx="17812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this week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501801" y="993577"/>
            <a:ext cx="2019449" cy="729853"/>
          </a:xfrm>
          <a:prstGeom prst="roundRect">
            <a:avLst>
              <a:gd name="adj" fmla="val 8700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20811" y="1104602"/>
            <a:ext cx="17814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20811" y="1396603"/>
            <a:ext cx="17814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Rate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20811" y="1517154"/>
            <a:ext cx="17814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+1.3% vs last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622750" y="993577"/>
            <a:ext cx="2019300" cy="729853"/>
          </a:xfrm>
          <a:prstGeom prst="roundRect">
            <a:avLst>
              <a:gd name="adj" fmla="val 8700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41762" y="1104602"/>
            <a:ext cx="17812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78.6%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41762" y="1396603"/>
            <a:ext cx="17812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Rate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41762" y="1517154"/>
            <a:ext cx="17812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+5.2% vs email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743551" y="993577"/>
            <a:ext cx="2019449" cy="729853"/>
          </a:xfrm>
          <a:prstGeom prst="roundRect">
            <a:avLst>
              <a:gd name="adj" fmla="val 8700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62562" y="1104602"/>
            <a:ext cx="17814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$48.2K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62562" y="1396603"/>
            <a:ext cx="17814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Attributed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862562" y="1517154"/>
            <a:ext cx="17814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ROI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81000" y="1824930"/>
            <a:ext cx="3271540" cy="1501080"/>
          </a:xfrm>
          <a:prstGeom prst="roundRect">
            <a:avLst>
              <a:gd name="adj" fmla="val 4230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7475" y="1935956"/>
            <a:ext cx="30585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Campaigns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7475" y="2356545"/>
            <a:ext cx="2998589" cy="0"/>
          </a:xfrm>
          <a:prstGeom prst="line">
            <a:avLst/>
          </a:prstGeom>
          <a:noFill/>
          <a:ln w="9525">
            <a:solidFill>
              <a:srgbClr val="2A2D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7475" y="2572345"/>
            <a:ext cx="2998589" cy="0"/>
          </a:xfrm>
          <a:prstGeom prst="line">
            <a:avLst/>
          </a:prstGeom>
          <a:noFill/>
          <a:ln w="9525">
            <a:solidFill>
              <a:srgbClr val="2A2D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7475" y="2788146"/>
            <a:ext cx="2998589" cy="0"/>
          </a:xfrm>
          <a:prstGeom prst="line">
            <a:avLst/>
          </a:prstGeom>
          <a:noFill/>
          <a:ln w="9525">
            <a:solidFill>
              <a:srgbClr val="2A2D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7475" y="3003947"/>
            <a:ext cx="2998589" cy="0"/>
          </a:xfrm>
          <a:prstGeom prst="line">
            <a:avLst/>
          </a:prstGeom>
          <a:noFill/>
          <a:ln w="9525">
            <a:solidFill>
              <a:srgbClr val="2A2D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54041" y="1824930"/>
            <a:ext cx="2181076" cy="1501080"/>
          </a:xfrm>
          <a:prstGeom prst="roundRect">
            <a:avLst>
              <a:gd name="adj" fmla="val 4230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90516" y="1935956"/>
            <a:ext cx="19462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Tier Breakdown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90516" y="215979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890516" y="231531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0C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890516" y="247084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D7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890516" y="262637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890516" y="2793057"/>
            <a:ext cx="19462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1,600 total players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036618" y="1824930"/>
            <a:ext cx="2726382" cy="1501080"/>
          </a:xfrm>
          <a:prstGeom prst="roundRect">
            <a:avLst>
              <a:gd name="adj" fmla="val 4230"/>
            </a:avLst>
          </a:prstGeom>
          <a:solidFill>
            <a:srgbClr val="1A1D2E"/>
          </a:solidFill>
          <a:ln w="9525">
            <a:solidFill>
              <a:srgbClr val="2A2D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73093" y="1935956"/>
            <a:ext cx="250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by Language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71543" y="2145506"/>
            <a:ext cx="1399431" cy="101501"/>
          </a:xfrm>
          <a:prstGeom prst="roundRect">
            <a:avLst>
              <a:gd name="adj" fmla="val 37537"/>
            </a:avLst>
          </a:prstGeom>
          <a:solidFill>
            <a:srgbClr val="2A2D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71543" y="2145506"/>
            <a:ext cx="1189434" cy="101501"/>
          </a:xfrm>
          <a:prstGeom prst="roundRect">
            <a:avLst>
              <a:gd name="adj" fmla="val 37537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871543" y="2310408"/>
            <a:ext cx="1399431" cy="101501"/>
          </a:xfrm>
          <a:prstGeom prst="roundRect">
            <a:avLst>
              <a:gd name="adj" fmla="val 37537"/>
            </a:avLst>
          </a:prstGeom>
          <a:solidFill>
            <a:srgbClr val="2A2D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71543" y="2310408"/>
            <a:ext cx="1147465" cy="101501"/>
          </a:xfrm>
          <a:prstGeom prst="roundRect">
            <a:avLst>
              <a:gd name="adj" fmla="val 3753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871543" y="2475309"/>
            <a:ext cx="1399431" cy="101501"/>
          </a:xfrm>
          <a:prstGeom prst="roundRect">
            <a:avLst>
              <a:gd name="adj" fmla="val 37537"/>
            </a:avLst>
          </a:prstGeom>
          <a:solidFill>
            <a:srgbClr val="2A2D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871543" y="2475309"/>
            <a:ext cx="1105495" cy="101501"/>
          </a:xfrm>
          <a:prstGeom prst="roundRect">
            <a:avLst>
              <a:gd name="adj" fmla="val 3753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871543" y="2640211"/>
            <a:ext cx="1399431" cy="101501"/>
          </a:xfrm>
          <a:prstGeom prst="roundRect">
            <a:avLst>
              <a:gd name="adj" fmla="val 37537"/>
            </a:avLst>
          </a:prstGeom>
          <a:solidFill>
            <a:srgbClr val="2A2D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871543" y="2640211"/>
            <a:ext cx="1035546" cy="101501"/>
          </a:xfrm>
          <a:prstGeom prst="roundRect">
            <a:avLst>
              <a:gd name="adj" fmla="val 3753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871543" y="2805113"/>
            <a:ext cx="1399431" cy="101501"/>
          </a:xfrm>
          <a:prstGeom prst="roundRect">
            <a:avLst>
              <a:gd name="adj" fmla="val 37537"/>
            </a:avLst>
          </a:prstGeom>
          <a:solidFill>
            <a:srgbClr val="2A2D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871543" y="2805113"/>
            <a:ext cx="993577" cy="101501"/>
          </a:xfrm>
          <a:prstGeom prst="roundRect">
            <a:avLst>
              <a:gd name="adj" fmla="val 37537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871543" y="2970014"/>
            <a:ext cx="1399431" cy="101501"/>
          </a:xfrm>
          <a:prstGeom prst="roundRect">
            <a:avLst>
              <a:gd name="adj" fmla="val 37537"/>
            </a:avLst>
          </a:prstGeom>
          <a:solidFill>
            <a:srgbClr val="2A2D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71543" y="2970014"/>
            <a:ext cx="951607" cy="101501"/>
          </a:xfrm>
          <a:prstGeom prst="roundRect">
            <a:avLst>
              <a:gd name="adj" fmla="val 3753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58684" y="1185863"/>
            <a:ext cx="52264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FLOWDESK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09924" y="1712863"/>
            <a:ext cx="5124004" cy="2244626"/>
          </a:xfrm>
          <a:prstGeom prst="roundRect">
            <a:avLst>
              <a:gd name="adj" fmla="val 4526"/>
            </a:avLst>
          </a:prstGeom>
          <a:solidFill>
            <a:srgbClr val="1A1D2E"/>
          </a:solidFill>
          <a:ln w="19050">
            <a:solidFill>
              <a:srgbClr val="D4AF3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25714" y="2112913"/>
            <a:ext cx="389242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Get Started?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625714" y="2712988"/>
            <a:ext cx="38924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takes less than a day.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25714" y="3014514"/>
            <a:ext cx="38924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1F1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free pilot - no commitment, no contracts.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25714" y="3405039"/>
            <a:ext cx="3892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 to schedule a live demo for your casino.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Casino VIP Telegram Platform</dc:title>
  <dc:subject>PptxGenJS Presentation</dc:subject>
  <dc:creator>FlowDesk</dc:creator>
  <cp:lastModifiedBy>FlowDesk</cp:lastModifiedBy>
  <cp:revision>1</cp:revision>
  <dcterms:created xsi:type="dcterms:W3CDTF">2026-06-23T13:00:05Z</dcterms:created>
  <dcterms:modified xsi:type="dcterms:W3CDTF">2026-06-23T13:00:05Z</dcterms:modified>
</cp:coreProperties>
</file>